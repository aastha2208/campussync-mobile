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698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ptos Display"/>
              </a:rPr>
              <a:t>CampusSync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196596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C4CBDD"/>
                </a:solidFill>
                <a:latin typeface="Aptos"/>
              </a:rPr>
              <a:t>Campus Event Management Mobile App for BMS College of Engineering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" y="2743200"/>
            <a:ext cx="1783080" cy="34747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2807208"/>
            <a:ext cx="1783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React Native + Expo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8920" y="2743200"/>
            <a:ext cx="1828800" cy="34747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2807208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Role-Based Access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00600" y="2743200"/>
            <a:ext cx="1645920" cy="34747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2807208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Offline Mock 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2743200"/>
            <a:ext cx="2240280" cy="34747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807208"/>
            <a:ext cx="2240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Venue Conflict Detection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767328"/>
            <a:ext cx="3291840" cy="1325880"/>
          </a:xfrm>
          <a:prstGeom prst="roundRect">
            <a:avLst/>
          </a:prstGeom>
          <a:solidFill>
            <a:srgbClr val="161630"/>
          </a:solidFill>
          <a:ln w="1397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950208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Team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389120"/>
            <a:ext cx="283464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C4CBDD"/>
                </a:solidFill>
                <a:latin typeface="Aptos"/>
              </a:rPr>
              <a:t>Tanishk Kar
Tatavarthi Chiranjeevi Sriram
Aastha Sharma K M
Aditi Kamath 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767328"/>
            <a:ext cx="3017520" cy="1325880"/>
          </a:xfrm>
          <a:prstGeom prst="roundRect">
            <a:avLst/>
          </a:prstGeom>
          <a:solidFill>
            <a:srgbClr val="161630"/>
          </a:solidFill>
          <a:ln w="1397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950208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Course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4389120"/>
            <a:ext cx="256032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C4CBDD"/>
                </a:solidFill>
                <a:latin typeface="Aptos"/>
              </a:rPr>
              <a:t>23CS4AEMAD
Mobile Application Development
4th Semester CSE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26679" y="3767328"/>
            <a:ext cx="2971800" cy="1325880"/>
          </a:xfrm>
          <a:prstGeom prst="roundRect">
            <a:avLst/>
          </a:prstGeom>
          <a:solidFill>
            <a:srgbClr val="161630"/>
          </a:solidFill>
          <a:ln w="1397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79" y="3950208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Institution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4389120"/>
            <a:ext cx="251460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C4CBDD"/>
                </a:solidFill>
                <a:latin typeface="Aptos"/>
              </a:rPr>
              <a:t>BMS College of Engineering
Educational project
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46520"/>
            <a:ext cx="5303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9199AE"/>
                </a:solidFill>
                <a:latin typeface="Aptos"/>
              </a:rPr>
              <a:t>CampusSync | BMSCE Event Management 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9199AE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 Display"/>
              </a:rPr>
              <a:t>Presentation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149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0000">
              <a:spcAft>
                <a:spcPts val="800"/>
              </a:spcAft>
              <a:defRPr sz="2400">
                <a:solidFill>
                  <a:srgbClr val="FFFFFF"/>
                </a:solidFill>
                <a:latin typeface="Aptos"/>
              </a:defRPr>
            </a:pPr>
            <a:r>
              <a:t>Problem statement and project objectives</a:t>
            </a:r>
          </a:p>
          <a:p>
            <a:pPr marL="250000">
              <a:spcAft>
                <a:spcPts val="800"/>
              </a:spcAft>
              <a:defRPr sz="2400">
                <a:solidFill>
                  <a:srgbClr val="FFFFFF"/>
                </a:solidFill>
                <a:latin typeface="Aptos"/>
              </a:defRPr>
            </a:pPr>
            <a:r>
              <a:t>CampusSync solution overview</a:t>
            </a:r>
          </a:p>
          <a:p>
            <a:pPr marL="250000">
              <a:spcAft>
                <a:spcPts val="800"/>
              </a:spcAft>
              <a:defRPr sz="2400">
                <a:solidFill>
                  <a:srgbClr val="FFFFFF"/>
                </a:solidFill>
                <a:latin typeface="Aptos"/>
              </a:defRPr>
            </a:pPr>
            <a:r>
              <a:t>Student and administrator workflows</a:t>
            </a:r>
          </a:p>
          <a:p>
            <a:pPr marL="250000">
              <a:spcAft>
                <a:spcPts val="800"/>
              </a:spcAft>
              <a:defRPr sz="2400">
                <a:solidFill>
                  <a:srgbClr val="FFFFFF"/>
                </a:solidFill>
                <a:latin typeface="Aptos"/>
              </a:defRPr>
            </a:pPr>
            <a:r>
              <a:t>System architecture and technology stack</a:t>
            </a:r>
          </a:p>
          <a:p>
            <a:pPr marL="250000">
              <a:spcAft>
                <a:spcPts val="800"/>
              </a:spcAft>
              <a:defRPr sz="2400">
                <a:solidFill>
                  <a:srgbClr val="FFFFFF"/>
                </a:solidFill>
                <a:latin typeface="Aptos"/>
              </a:defRPr>
            </a:pPr>
            <a:r>
              <a:t>Flagship feature: real-time venue conflict detection</a:t>
            </a:r>
          </a:p>
          <a:p>
            <a:pPr marL="250000">
              <a:spcAft>
                <a:spcPts val="800"/>
              </a:spcAft>
              <a:defRPr sz="2400">
                <a:solidFill>
                  <a:srgbClr val="FFFFFF"/>
                </a:solidFill>
                <a:latin typeface="Aptos"/>
              </a:defRPr>
            </a:pPr>
            <a:r>
              <a:t>Testing/demo flow, limitations, and future enhancements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5303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9199AE"/>
                </a:solidFill>
                <a:latin typeface="Aptos"/>
              </a:rPr>
              <a:t>CampusSync | BMSCE Event Management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9199AE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 Display"/>
              </a:rPr>
              <a:t>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3383280" cy="3566160"/>
          </a:xfrm>
          <a:prstGeom prst="roundRect">
            <a:avLst/>
          </a:prstGeom>
          <a:solidFill>
            <a:srgbClr val="161630"/>
          </a:solidFill>
          <a:ln w="1397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Current Pain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39112"/>
            <a:ext cx="2926080" cy="2816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C4CBDD"/>
                </a:solidFill>
                <a:latin typeface="Aptos"/>
              </a:rPr>
              <a:t>Event information is scattered across posters and chat groups. Students miss opportunities, and clubs duplicate manual work.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17320"/>
            <a:ext cx="3383280" cy="3566160"/>
          </a:xfrm>
          <a:prstGeom prst="roundRect">
            <a:avLst/>
          </a:prstGeom>
          <a:solidFill>
            <a:srgbClr val="161630"/>
          </a:solidFill>
          <a:ln w="1397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6002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Coordination Issues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039112"/>
            <a:ext cx="2926080" cy="2816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C4CBDD"/>
                </a:solidFill>
                <a:latin typeface="Aptos"/>
              </a:rPr>
              <a:t>Room availability is checked manually, making overlapping bookings and insufficient buffers likely during busy campus schedules.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1417320"/>
            <a:ext cx="3383280" cy="3566160"/>
          </a:xfrm>
          <a:prstGeom prst="roundRect">
            <a:avLst/>
          </a:prstGeom>
          <a:solidFill>
            <a:srgbClr val="161630"/>
          </a:solidFill>
          <a:ln w="1397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6002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Administration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039112"/>
            <a:ext cx="2926080" cy="2816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C4CBDD"/>
                </a:solidFill>
                <a:latin typeface="Aptos"/>
              </a:rPr>
              <a:t>Organizers need a simple way to publish events, view registrations, export student lists, and track participation.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532120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Goal: one mobile-first platform for event discovery, registration, administration, and conflict-safe scheduling.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5303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9199AE"/>
                </a:solidFill>
                <a:latin typeface="Aptos"/>
              </a:rPr>
              <a:t>CampusSync | BMSCE Event Management 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9199AE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 Display"/>
              </a:rPr>
              <a:t>Solution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55321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0000">
              <a:spcAft>
                <a:spcPts val="8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CampusSync is a React Native app for students and club administrators.</a:t>
            </a:r>
          </a:p>
          <a:p>
            <a:pPr marL="250000">
              <a:spcAft>
                <a:spcPts val="8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Students browse, search, filter, register, pay for events, and receive notifications.</a:t>
            </a:r>
          </a:p>
          <a:p>
            <a:pPr marL="250000">
              <a:spcAft>
                <a:spcPts val="8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Admins create events, manage club-specific listings, inspect registrations, and export CSV data.</a:t>
            </a:r>
          </a:p>
          <a:p>
            <a:pPr marL="250000">
              <a:spcAft>
                <a:spcPts val="8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The app ships with 6 clubs, 12 admin accounts, and 18 sample events for complete demos.</a:t>
            </a:r>
          </a:p>
          <a:p>
            <a:pPr marL="250000">
              <a:spcAft>
                <a:spcPts val="8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Mock fallback and AsyncStorage let the app work offline without a running backend.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12280" y="1389888"/>
            <a:ext cx="4251960" cy="1051560"/>
          </a:xfrm>
          <a:prstGeom prst="roundRect">
            <a:avLst/>
          </a:prstGeom>
          <a:solidFill>
            <a:srgbClr val="161630"/>
          </a:solidFill>
          <a:ln w="1397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0" y="1572768"/>
            <a:ext cx="3794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6 Clubs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2011680"/>
            <a:ext cx="3794760" cy="3017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C4CBDD"/>
                </a:solidFill>
                <a:latin typeface="Aptos"/>
              </a:rPr>
              <a:t>IEEE, AI/ML, Cultural, Sports, Photography, Literary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12280" y="2697480"/>
            <a:ext cx="4251960" cy="1051560"/>
          </a:xfrm>
          <a:prstGeom prst="roundRect">
            <a:avLst/>
          </a:prstGeom>
          <a:solidFill>
            <a:srgbClr val="161630"/>
          </a:solidFill>
          <a:ln w="1397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0" y="2880360"/>
            <a:ext cx="3794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12 Admins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3319272"/>
            <a:ext cx="3794760" cy="3017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C4CBDD"/>
                </a:solidFill>
                <a:latin typeface="Aptos"/>
              </a:rPr>
              <a:t>Two pre-registered admin accounts per club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4005072"/>
            <a:ext cx="4251960" cy="1051560"/>
          </a:xfrm>
          <a:prstGeom prst="roundRect">
            <a:avLst/>
          </a:prstGeom>
          <a:solidFill>
            <a:srgbClr val="161630"/>
          </a:solidFill>
          <a:ln w="1397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4187952"/>
            <a:ext cx="3794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18 Events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4626864"/>
            <a:ext cx="3794760" cy="3017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C4CBDD"/>
                </a:solidFill>
                <a:latin typeface="Aptos"/>
              </a:rPr>
              <a:t>Three sample events per club with realistic metadata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5303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9199AE"/>
                </a:solidFill>
                <a:latin typeface="Aptos"/>
              </a:rPr>
              <a:t>CampusSync | BMSCE Event Management 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9199AE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 Display"/>
              </a:rPr>
              <a:t>User Roles and Permissions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5074920" cy="4297680"/>
          </a:xfrm>
          <a:prstGeom prst="roundRect">
            <a:avLst/>
          </a:prstGeom>
          <a:solidFill>
            <a:srgbClr val="161630"/>
          </a:solidFill>
          <a:ln w="1397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4617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Student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993392"/>
            <a:ext cx="4617720" cy="3547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C4CBDD"/>
                </a:solidFill>
                <a:latin typeface="Aptos"/>
              </a:rPr>
              <a:t>Self-register with BMSCE email
Log in after account creation
Discover events with search and filters
Register, unregister, and view My Events
Complete UPI-style paid event flow
Receive confirmations and reminders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371600"/>
            <a:ext cx="5074920" cy="4297680"/>
          </a:xfrm>
          <a:prstGeom prst="roundRect">
            <a:avLst/>
          </a:prstGeom>
          <a:solidFill>
            <a:srgbClr val="161630"/>
          </a:solidFill>
          <a:ln w="1397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4617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Administrator Experience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93392"/>
            <a:ext cx="4617720" cy="3547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C4CBDD"/>
                </a:solidFill>
                <a:latin typeface="Aptos"/>
              </a:rPr>
              <a:t>Pre-registered club admin login
Create events only for assigned club
Live room conflict detection
Delete only own-club events
View statistics and registered students
Export participant lists as 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5303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9199AE"/>
                </a:solidFill>
                <a:latin typeface="Aptos"/>
              </a:rPr>
              <a:t>CampusSync | BMSCE Event Management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9199AE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 Display"/>
              </a:rPr>
              <a:t>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28800"/>
            <a:ext cx="1874519" cy="1828800"/>
          </a:xfrm>
          <a:prstGeom prst="roundRect">
            <a:avLst/>
          </a:prstGeom>
          <a:solidFill>
            <a:srgbClr val="161630"/>
          </a:solidFill>
          <a:ln w="1397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4173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App.js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50592"/>
            <a:ext cx="1417319" cy="107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C4CBDD"/>
                </a:solidFill>
                <a:latin typeface="Aptos"/>
              </a:rPr>
              <a:t>SafeAreaProvider
AuthProvider
NavigationContainer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468879" y="2743200"/>
            <a:ext cx="411481" cy="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880360" y="1828800"/>
            <a:ext cx="1874519" cy="1828800"/>
          </a:xfrm>
          <a:prstGeom prst="roundRect">
            <a:avLst/>
          </a:prstGeom>
          <a:solidFill>
            <a:srgbClr val="161630"/>
          </a:solidFill>
          <a:ln w="1397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2011680"/>
            <a:ext cx="14173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RootNavigator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450592"/>
            <a:ext cx="1417319" cy="107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C4CBDD"/>
                </a:solidFill>
                <a:latin typeface="Aptos"/>
              </a:rPr>
              <a:t>Auth stack
Main tab navigator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79" y="2743200"/>
            <a:ext cx="411481" cy="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166360" y="1828800"/>
            <a:ext cx="1874519" cy="1828800"/>
          </a:xfrm>
          <a:prstGeom prst="roundRect">
            <a:avLst/>
          </a:prstGeom>
          <a:solidFill>
            <a:srgbClr val="161630"/>
          </a:solidFill>
          <a:ln w="1397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60" y="2011680"/>
            <a:ext cx="14173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Screens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2450592"/>
            <a:ext cx="1417319" cy="107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C4CBDD"/>
                </a:solidFill>
                <a:latin typeface="Aptos"/>
              </a:rPr>
              <a:t>Home
Events
Admin
Profile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040880" y="2743200"/>
            <a:ext cx="411480" cy="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452360" y="1828800"/>
            <a:ext cx="1874519" cy="1828800"/>
          </a:xfrm>
          <a:prstGeom prst="roundRect">
            <a:avLst/>
          </a:prstGeom>
          <a:solidFill>
            <a:srgbClr val="161630"/>
          </a:solidFill>
          <a:ln w="1397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0" y="2011680"/>
            <a:ext cx="14173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API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2450592"/>
            <a:ext cx="1417319" cy="107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C4CBDD"/>
                </a:solidFill>
                <a:latin typeface="Aptos"/>
              </a:rPr>
              <a:t>Axios backend calls
Mock fallback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326880" y="2743200"/>
            <a:ext cx="411480" cy="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738360" y="1828800"/>
            <a:ext cx="1874519" cy="1828800"/>
          </a:xfrm>
          <a:prstGeom prst="roundRect">
            <a:avLst/>
          </a:prstGeom>
          <a:solidFill>
            <a:srgbClr val="161630"/>
          </a:solidFill>
          <a:ln w="1397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66960" y="2011680"/>
            <a:ext cx="14173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Storage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2450592"/>
            <a:ext cx="1417319" cy="107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C4CBDD"/>
                </a:solidFill>
                <a:latin typeface="Aptos"/>
              </a:rPr>
              <a:t>AsyncStorage
Auth and users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800600"/>
            <a:ext cx="10287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C4CBDD"/>
                </a:solidFill>
                <a:latin typeface="Aptos"/>
              </a:rPr>
              <a:t>The API module keeps backend integration and offline demo behavior behind one client-facing interface.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46520"/>
            <a:ext cx="5303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9199AE"/>
                </a:solidFill>
                <a:latin typeface="Aptos"/>
              </a:rPr>
              <a:t>CampusSync | BMSCE Event Management App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9199AE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 Display"/>
              </a:rPr>
              <a:t>Core Feature 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46120" cy="1554480"/>
          </a:xfrm>
          <a:prstGeom prst="roundRect">
            <a:avLst/>
          </a:prstGeom>
          <a:solidFill>
            <a:srgbClr val="161630"/>
          </a:solidFill>
          <a:ln w="1397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2788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Authentication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39112"/>
            <a:ext cx="278892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C4CBDD"/>
                </a:solidFill>
                <a:latin typeface="Aptos"/>
              </a:rPr>
              <a:t>Student registration, admin login, role validation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46120" cy="1554480"/>
          </a:xfrm>
          <a:prstGeom prst="roundRect">
            <a:avLst/>
          </a:prstGeom>
          <a:solidFill>
            <a:srgbClr val="161630"/>
          </a:solidFill>
          <a:ln w="1397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600200"/>
            <a:ext cx="2788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Discovery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039112"/>
            <a:ext cx="278892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C4CBDD"/>
                </a:solidFill>
                <a:latin typeface="Aptos"/>
              </a:rPr>
              <a:t>Featured cards, filters, autocomplete search, calendar 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46120" cy="1554480"/>
          </a:xfrm>
          <a:prstGeom prst="roundRect">
            <a:avLst/>
          </a:prstGeom>
          <a:solidFill>
            <a:srgbClr val="161630"/>
          </a:solidFill>
          <a:ln w="1397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600200"/>
            <a:ext cx="2788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Registration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039112"/>
            <a:ext cx="278892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C4CBDD"/>
                </a:solidFill>
                <a:latin typeface="Aptos"/>
              </a:rPr>
              <a:t>Free and paid event registration with capacity tracking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566160"/>
            <a:ext cx="3246120" cy="1554480"/>
          </a:xfrm>
          <a:prstGeom prst="roundRect">
            <a:avLst/>
          </a:prstGeom>
          <a:solidFill>
            <a:srgbClr val="161630"/>
          </a:solidFill>
          <a:ln w="1397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49040"/>
            <a:ext cx="2788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Payments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87952"/>
            <a:ext cx="278892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C4CBDD"/>
                </a:solidFill>
                <a:latin typeface="Aptos"/>
              </a:rPr>
              <a:t>UPI QR-style payment screen, timer, digital receipt flow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3566160"/>
            <a:ext cx="3246120" cy="1554480"/>
          </a:xfrm>
          <a:prstGeom prst="roundRect">
            <a:avLst/>
          </a:prstGeom>
          <a:solidFill>
            <a:srgbClr val="161630"/>
          </a:solidFill>
          <a:ln w="1397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9160" y="3749040"/>
            <a:ext cx="2788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Admin 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4187952"/>
            <a:ext cx="278892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C4CBDD"/>
                </a:solidFill>
                <a:latin typeface="Aptos"/>
              </a:rPr>
              <a:t>Create events, stats dashboard, participant lists, CSV export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75320" y="3566160"/>
            <a:ext cx="3246120" cy="1554480"/>
          </a:xfrm>
          <a:prstGeom prst="roundRect">
            <a:avLst/>
          </a:prstGeom>
          <a:solidFill>
            <a:srgbClr val="161630"/>
          </a:solidFill>
          <a:ln w="1397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3749040"/>
            <a:ext cx="2788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Notifications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4187952"/>
            <a:ext cx="278892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C4CBDD"/>
                </a:solidFill>
                <a:latin typeface="Aptos"/>
              </a:rPr>
              <a:t>Registration confirmations, reminders, new event messages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46520"/>
            <a:ext cx="5303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9199AE"/>
                </a:solidFill>
                <a:latin typeface="Aptos"/>
              </a:rPr>
              <a:t>CampusSync | BMSCE Event Management 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9199AE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 Display"/>
              </a:rPr>
              <a:t>Flagship Feature: Venue Conflict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5394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0000">
              <a:spcAft>
                <a:spcPts val="8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Runs while an admin is creating an event.</a:t>
            </a:r>
          </a:p>
          <a:p>
            <a:pPr marL="250000">
              <a:spcAft>
                <a:spcPts val="8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Compares same venue and same date across all clubs.</a:t>
            </a:r>
          </a:p>
          <a:p>
            <a:pPr marL="250000">
              <a:spcAft>
                <a:spcPts val="8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Parses start and end times into minutes from midnight.</a:t>
            </a:r>
          </a:p>
          <a:p>
            <a:pPr marL="250000">
              <a:spcAft>
                <a:spcPts val="8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Expands existing events by a mandatory 1-hour buffer.</a:t>
            </a:r>
          </a:p>
          <a:p>
            <a:pPr marL="250000">
              <a:spcAft>
                <a:spcPts val="8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Uses interval overlap detection to block unsafe bookings.</a:t>
            </a:r>
          </a:p>
          <a:p>
            <a:pPr marL="250000">
              <a:spcAft>
                <a:spcPts val="8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Shows a warning and disables submit until the conflict is resolved.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37960" y="1417320"/>
            <a:ext cx="4434840" cy="914400"/>
          </a:xfrm>
          <a:prstGeom prst="roundRect">
            <a:avLst/>
          </a:prstGeom>
          <a:solidFill>
            <a:srgbClr val="161630"/>
          </a:solidFill>
          <a:ln w="1397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0" y="1600200"/>
            <a:ext cx="39776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Rule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2039112"/>
            <a:ext cx="397763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C4CBDD"/>
                </a:solidFill>
                <a:latin typeface="Aptos"/>
              </a:rPr>
              <a:t>requestedStart &lt; otherEnd + buffer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2606040"/>
            <a:ext cx="4434840" cy="914400"/>
          </a:xfrm>
          <a:prstGeom prst="roundRect">
            <a:avLst/>
          </a:prstGeom>
          <a:solidFill>
            <a:srgbClr val="161630"/>
          </a:solidFill>
          <a:ln w="1397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2788920"/>
            <a:ext cx="39776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3227832"/>
            <a:ext cx="397763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C4CBDD"/>
                </a:solidFill>
                <a:latin typeface="Aptos"/>
              </a:rPr>
              <a:t>otherStart - buffer &lt; requestedEnd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37960" y="3794760"/>
            <a:ext cx="4434840" cy="1417320"/>
          </a:xfrm>
          <a:prstGeom prst="roundRect">
            <a:avLst/>
          </a:prstGeom>
          <a:solidFill>
            <a:srgbClr val="161630"/>
          </a:solidFill>
          <a:ln w="1397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3977640"/>
            <a:ext cx="39776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4416552"/>
            <a:ext cx="3977639" cy="667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C4CBDD"/>
                </a:solidFill>
                <a:latin typeface="Aptos"/>
              </a:rPr>
              <a:t>If both conditions are true, the requested event overlaps the buffered room block and cannot be submitted.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5303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9199AE"/>
                </a:solidFill>
                <a:latin typeface="Aptos"/>
              </a:rPr>
              <a:t>CampusSync | BMSCE Event Management 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9199AE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 Display"/>
              </a:rPr>
              <a:t>Data and API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3337560" cy="4069080"/>
          </a:xfrm>
          <a:prstGeom prst="roundRect">
            <a:avLst/>
          </a:prstGeom>
          <a:solidFill>
            <a:srgbClr val="161630"/>
          </a:solidFill>
          <a:ln w="1397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Core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39112"/>
            <a:ext cx="2880360" cy="33192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C4CBDD"/>
                </a:solidFill>
                <a:latin typeface="Aptos"/>
              </a:rPr>
              <a:t>Club
Admin
Event
Notification
User profile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417320"/>
            <a:ext cx="3337560" cy="4069080"/>
          </a:xfrm>
          <a:prstGeom prst="roundRect">
            <a:avLst/>
          </a:prstGeom>
          <a:solidFill>
            <a:srgbClr val="161630"/>
          </a:solidFill>
          <a:ln w="1397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600200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API Groups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039112"/>
            <a:ext cx="2880360" cy="33192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C4CBDD"/>
                </a:solidFill>
                <a:latin typeface="Aptos"/>
              </a:rPr>
              <a:t>Authentication
Events
Registrations
Conflict checks
Notifications
Profile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417320"/>
            <a:ext cx="3337560" cy="4069080"/>
          </a:xfrm>
          <a:prstGeom prst="roundRect">
            <a:avLst/>
          </a:prstGeom>
          <a:solidFill>
            <a:srgbClr val="161630"/>
          </a:solidFill>
          <a:ln w="1397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600200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Fallback Strategy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039112"/>
            <a:ext cx="2880360" cy="33192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C4CBDD"/>
                </a:solidFill>
                <a:latin typeface="Aptos"/>
              </a:rPr>
              <a:t>Try backend first with Axios. If unavailable, return mock data and persist key state using AsyncStorage.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5303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9199AE"/>
                </a:solidFill>
                <a:latin typeface="Aptos"/>
              </a:rPr>
              <a:t>CampusSync | BMSCE Event Management 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9199AE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 Display"/>
              </a:rPr>
              <a:t>User Interface and Design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0000">
              <a:spcAft>
                <a:spcPts val="8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Dark-mode interface designed for quick mobile scanning.</a:t>
            </a:r>
          </a:p>
          <a:p>
            <a:pPr marL="250000">
              <a:spcAft>
                <a:spcPts val="8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Consistent theme tokens for background, cards, borders, and status colors.</a:t>
            </a:r>
          </a:p>
          <a:p>
            <a:pPr marL="250000">
              <a:spcAft>
                <a:spcPts val="8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Reusable components: EventCard, CalendarView, EmptyState.</a:t>
            </a:r>
          </a:p>
          <a:p>
            <a:pPr marL="250000">
              <a:spcAft>
                <a:spcPts val="8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Bottom tabs keep primary workflows one tap away.</a:t>
            </a:r>
          </a:p>
          <a:p>
            <a:pPr marL="250000">
              <a:spcAft>
                <a:spcPts val="8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Gradients, rounded cards, icons, and progress bars improve clarity.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29400" y="1508760"/>
            <a:ext cx="1691640" cy="7772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29400" y="1755648"/>
            <a:ext cx="1691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Primary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0" y="1508760"/>
            <a:ext cx="1691640" cy="7772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1755648"/>
            <a:ext cx="1691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Secondary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2743200"/>
            <a:ext cx="1691640" cy="7772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990088"/>
            <a:ext cx="1691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Accent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2743200"/>
            <a:ext cx="1691640" cy="7772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0" y="2990088"/>
            <a:ext cx="1691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Warning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29400" y="3977639"/>
            <a:ext cx="1691640" cy="77724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4224527"/>
            <a:ext cx="1691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Danger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5303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9199AE"/>
                </a:solidFill>
                <a:latin typeface="Aptos"/>
              </a:rPr>
              <a:t>CampusSync | BMSCE Event Management 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9199AE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 Display"/>
              </a:rPr>
              <a:t>Recommended Demo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42416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0000">
              <a:spcAft>
                <a:spcPts val="8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1. Launch the app and show Welcome, Register, and Login.</a:t>
            </a:r>
          </a:p>
          <a:p>
            <a:pPr marL="250000">
              <a:spcAft>
                <a:spcPts val="8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2. Register a student account and browse Home.</a:t>
            </a:r>
          </a:p>
          <a:p>
            <a:pPr marL="250000">
              <a:spcAft>
                <a:spcPts val="8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3. Search, filter, open Event Detail, and register.</a:t>
            </a:r>
          </a:p>
          <a:p>
            <a:pPr marL="250000">
              <a:spcAft>
                <a:spcPts val="8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4. Complete paid event payment and show receipt behavior.</a:t>
            </a:r>
          </a:p>
          <a:p>
            <a:pPr marL="250000">
              <a:spcAft>
                <a:spcPts val="8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5. View My Events, Notifications, and Profile.</a:t>
            </a:r>
          </a:p>
          <a:p>
            <a:pPr marL="250000">
              <a:spcAft>
                <a:spcPts val="8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6. Log in as admin and create a valid event.</a:t>
            </a:r>
          </a:p>
          <a:p>
            <a:pPr marL="250000">
              <a:spcAft>
                <a:spcPts val="8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7. Attempt a conflicting booking to demonstrate live prevention.</a:t>
            </a:r>
          </a:p>
          <a:p>
            <a:pPr marL="250000">
              <a:spcAft>
                <a:spcPts val="8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8. Open admin statistics and registered-student export 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5303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9199AE"/>
                </a:solidFill>
                <a:latin typeface="Aptos"/>
              </a:rPr>
              <a:t>CampusSync | BMSCE Event Management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9199AE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 Display"/>
              </a:rPr>
              <a:t>Limitations and Future Enhancements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5074920" cy="4389120"/>
          </a:xfrm>
          <a:prstGeom prst="roundRect">
            <a:avLst/>
          </a:prstGeom>
          <a:solidFill>
            <a:srgbClr val="161630"/>
          </a:solidFill>
          <a:ln w="1397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4617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Current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39112"/>
            <a:ext cx="4617720" cy="3639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C4CBDD"/>
                </a:solidFill>
                <a:latin typeface="Aptos"/>
              </a:rPr>
              <a:t>Backend is optional and not included here
Payment flow is demonstration-only
Admin credentials are client-side demo data
Production security requires server-side auth
Some mock data resets between sessions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17320"/>
            <a:ext cx="5074920" cy="4389120"/>
          </a:xfrm>
          <a:prstGeom prst="roundRect">
            <a:avLst/>
          </a:prstGeom>
          <a:solidFill>
            <a:srgbClr val="161630"/>
          </a:solidFill>
          <a:ln w="1397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00200"/>
            <a:ext cx="4617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Future Enhancements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039112"/>
            <a:ext cx="4617720" cy="3639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C4CBDD"/>
                </a:solidFill>
                <a:latin typeface="Aptos"/>
              </a:rPr>
              <a:t>Full Express and MongoDB backend
Push notifications
Real payment integration
QR attendance tracking
Faculty approval workflows
Activity-point certificates and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5303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9199AE"/>
                </a:solidFill>
                <a:latin typeface="Aptos"/>
              </a:rPr>
              <a:t>CampusSync | BMSCE Event Management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9199AE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 Display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508760"/>
            <a:ext cx="10149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"/>
              </a:rPr>
              <a:t>CampusSync delivers a complete mobile workflow for campus event discovery, registration, and administration.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560320"/>
            <a:ext cx="9601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0000">
              <a:spcAft>
                <a:spcPts val="8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Students get one place to discover and register for opportunities.</a:t>
            </a:r>
          </a:p>
          <a:p>
            <a:pPr marL="250000">
              <a:spcAft>
                <a:spcPts val="8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Admins get controlled club-specific event management.</a:t>
            </a:r>
          </a:p>
          <a:p>
            <a:pPr marL="250000">
              <a:spcAft>
                <a:spcPts val="8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Conflict detection improves room scheduling reliability.</a:t>
            </a:r>
          </a:p>
          <a:p>
            <a:pPr marL="250000">
              <a:spcAft>
                <a:spcPts val="8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Offline mock support makes the project easy to demonstrate.</a:t>
            </a:r>
          </a:p>
          <a:p>
            <a:pPr marL="250000">
              <a:spcAft>
                <a:spcPts val="8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The architecture is ready for a production backend and future integrations.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5303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9199AE"/>
                </a:solidFill>
                <a:latin typeface="Aptos"/>
              </a:rPr>
              <a:t>CampusSync | BMSCE Event Management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9199AE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CampusSync Project Presentation</dc:title>
  <dc:subject>Campus event management mobile app report deck</dc:subject>
  <dc:creator>CampusSync Team</dc:creator>
  <cp:keywords/>
  <dc:description>Generated from repository documentation and source structure.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