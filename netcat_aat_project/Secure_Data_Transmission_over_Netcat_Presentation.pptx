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say the project compares plaintext communication with encrypted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topic is practical and understandable.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directly maps to the professor's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real-world need for encryption.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Tanishk can present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why Ncat appears in the encrypted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Aastha can present the security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tools and their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setup easy for beginners.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before showing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unsafe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Aditi can explain Wireshark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matches the cryptanalysis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certificate in simple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secure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secure result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with screenshots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real-world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limitations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scope helps report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 the speaking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this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as backup if commands are needed during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417320"/>
            <a:ext cx="10972800" cy="1508760"/>
          </a:xfrm>
          <a:prstGeom prst="rect">
            <a:avLst/>
          </a:prstGeom>
          <a:solidFill>
            <a:srgbClr val="03101F"/>
          </a:solidFill>
          <a:ln>
            <a:solidFill>
              <a:srgbClr val="57D7FF"/>
            </a:solidFill>
          </a:ln>
        </p:spPr>
        <p:txBody>
          <a:bodyPr wrap="none" anchor="ctr">
            <a:spAutoFit/>
          </a:bodyPr>
          <a:lstStyle/>
          <a:p>
            <a:pPr algn="ctr">
              <a:defRPr b="1" sz="3100">
                <a:solidFill>
                  <a:srgbClr val="ECFAFF"/>
                </a:solidFill>
              </a:defRPr>
            </a:pPr>
            <a:r>
              <a:t>Secure Data Transmission over Netcat: Demonstrating Confidentiality through Plaintext vs Encrypted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3246120"/>
            <a:ext cx="9144000" cy="914400"/>
          </a:xfrm>
          <a:prstGeom prst="rect">
            <a:avLst/>
          </a:prstGeom>
          <a:solidFill>
            <a:srgbClr val="03101F"/>
          </a:solidFill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DCF4FF"/>
                </a:solidFill>
              </a:defRPr>
            </a:pPr>
            <a:r>
              <a:t>Practical Exploration of Cryptography / Security Tools</a:t>
            </a:r>
            <a:br/>
            <a:r>
              <a:t>Selected Tool: Netcat / Ncat | Team: Tanishk, Aastha, Aditi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Why We Chose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Easy to demonstrate using simple commands.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Directly connected to confidentiality in cryptography.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Shows a real security problem: packet sniffing.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Gives clear visual proof through Wireshark screenshots.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Suitable for a 10-mark practical AAT because it includes tool usage, demo, analysis, and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AAT Requirement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Introduction of tool: Netcat/Ncat explained.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Installation/setup: commands and required software included.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Practical demonstration: plaintext vs encrypted transfer.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Cryptanalysis: Wireshark packet sniffing and TCP stream inspection.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Application/relevance: HTTPS, SSH, VPN, secure file transfer.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Report + oral presentation: ready report, PPT, script, viva Q&amp;A.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Data sent over a network travels as packets.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If packets are not encrypted, captured traffic may reveal the message.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Attackers can use packet sniffers on unsafe networks.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We demonstrate this risk with normal Netcat.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Then we demonstrate confidentiality using encrypted Ncat SSL.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What is Netcat?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Netcat is a command-line networking utility.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It can create simple TCP/UDP sender-receiver connections.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It is used for testing ports, sending messages, and transferring files.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Normal Netcat sends data as plaintext.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Because it is simple, it is perfect for learning network security basics.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Why Use Ncat SSL?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Traditional Netcat does not encrypt data.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Ncat is a Netcat-compatible tool from the Nmap project.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Ncat supports SSL/TLS using the --ssl option.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This lets us compare an unsafe channel and an encrypted channel clearly.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The project still stays within the Netcat-family tool idea.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Security Concept: Confidentiality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Confidentiality means only authorized users can read the data.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Plaintext is readable data before encryption.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Ciphertext is encrypted, unreadable data.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Encryption converts plaintext into ciphertext.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Our test: if Wireshark can read the secret message, confidentiality failed.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Netcat (nc): plaintext transfer on port 4444.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Ncat SSL: encrypted transfer on port 4445.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Wireshark: captures and inspects packets.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OpenSSL: generates a temporary SSL certificate.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Two terminals: one receiver and one sender.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Mini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Sender: sends secret_message.txt.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Receiver: saves the received file.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Observer/attacker: captures packets in Wireshark.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Plaintext path: Sender -&gt; nc -&gt; Receiver; Wireshark reads message.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Encrypted path: Sender -&gt; ncat --ssl -&gt; Receiver; Wireshark cannot read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Demo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Use one laptop with two terminals for easiest demo.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Use 127.0.0.1 when sender and receiver are on same laptop.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Use port 4444 for plaintext Netcat.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Use port 4445 for encrypted Ncat SSL.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Open Wireshark before sending data to capture packets.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Create Secret Message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The same file is used in both experiments.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This keeps the comparison fair.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If this text appears in Wireshark during plaintext transfer, confidentiality is broken.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If it does not appear during encrypted transfer, confidentiality is protected.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Plaintext Experiment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Receiver: nc -lvnp 4444 &gt; received_plain.txt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Sender: nc 127.0.0.1 4444 &lt; secret_message.txt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Wireshark filter: tcp.port == 4444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Right-click packet -&gt; Follow -&gt; TCP Stream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Expected result: secret message is visible.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Plaintext 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Receiver gets the file successfully.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Wireshark also displays the secret text.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This means an observer can read the data.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No password or key is needed by the attacker.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Conclusion: normal Netcat does not provide confidentiality.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Cryptanalysis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We use packet sniffing as the attack method.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The attacker captures traffic using Wireshark.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In plaintext mode, there is no encryption to break.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Follow TCP Stream directly reveals the message.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This is simple but powerful proof of insecurity.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Generate SSL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OpenSSL creates a temporary certificate and private key.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server.crt is the certificate.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server.key is the private key.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For a classroom demo, a self-signed certificate is acceptable.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The certificate enables the encrypted Ncat SSL listener.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Encrypted Experiment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Receiver: ncat --ssl --ssl-cert server.crt --ssl-key server.key -lvnp 4445 &gt; received_secure.txt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Sender: ncat --ssl 127.0.0.1 4445 &lt; secret_message.txt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Wireshark filter: tcp.port == 4445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Right-click packet -&gt; Follow -&gt; TCP Stream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Expected result: readable message is not visible.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Encrypted 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Receiver still gets the correct file.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Wireshark captures packets but cannot show the readable message.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The data appears as encrypted SSL/TLS traffic.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An observer cannot understand the secret data.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Conclusion: encryption provides confidentiality.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Plaintext vs Encrypted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Plaintext Netcat: easy to send, but unsafe for secrets.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Encrypted Ncat SSL: same message delivered, but hidden from Wireshark.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Both experiments prove the difference visually.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This is the main output of our mini project.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Screenshots should be added here after running the demo.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Port: 4444 plaintext, 4445 encrypted.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Wireshark readability: visible in plaintext, unreadable in encrypted channel.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Confidentiality: not protected vs protected.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Attacker result: can read message vs cannot read message.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Security lesson: sensitive data needs encryption.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Applications /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HTTPS protects web browsing and login forms.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SSH protects remote terminal sessions.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VPNs protect traffic on unsafe networks.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Secure file transfer protects documents in transit.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Encrypted messaging protects private communication.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Traditional Netcat has no encryption by default.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Ncat SSL is good for learning and demonstration.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Self-signed certificates are not ideal for production.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Production systems usually use SSH, SCP, HTTPS, or VPN.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This project mainly focuses on confidentiality.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Add certificate verification.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Compare the same demo with SSH/SCP.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Transfer a larger file and compare packet captures.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Use hashes to verify file integrity.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Explain how TLS in HTTPS follows a similar concept.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Team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Tanishk: Netcat introduction, setup, plaintext demo.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Aastha: confidentiality theory, encryption explanation, Ncat SSL demo.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Aditi: Wireshark analysis, comparison table, conclusion.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All members: practice viva answers and screenshots.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Keep explanation simple and confidence-based.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Final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051222"/>
          </a:solidFill>
          <a:ln>
            <a:solidFill>
              <a:srgbClr val="2282B4"/>
            </a:solidFill>
          </a:ln>
        </p:spPr>
        <p:txBody>
          <a:bodyPr wrap="square" lIns="228600" rIns="201168" tIns="16459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Normal Netcat sends data in plaintext.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Plaintext data is readable in Wireshark.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Ncat SSL encrypts the communication channel.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Encrypted traffic hides the original message from observers.</a:t>
            </a:r>
          </a:p>
          <a:p>
            <a:pPr>
              <a:spcAft>
                <a:spcPts val="600"/>
              </a:spcAft>
              <a:defRPr sz="2000">
                <a:solidFill>
                  <a:srgbClr val="ECFAFF"/>
                </a:solidFill>
              </a:defRPr>
            </a:pPr>
            <a:r>
              <a:t>Therefore, encryption is necessary for confidential data transmission.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work_security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01752"/>
            <a:ext cx="11155680" cy="658368"/>
          </a:xfrm>
          <a:prstGeom prst="rect">
            <a:avLst/>
          </a:prstGeom>
          <a:solidFill>
            <a:srgbClr val="040F1E"/>
          </a:solidFill>
          <a:ln>
            <a:solidFill>
              <a:srgbClr val="4BCDFF"/>
            </a:solidFill>
          </a:ln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E8F8FF"/>
                </a:solidFill>
              </a:defRPr>
            </a:pPr>
            <a:r>
              <a:t>Command Reference for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52760" cy="3383280"/>
          </a:xfrm>
          <a:prstGeom prst="rect">
            <a:avLst/>
          </a:prstGeom>
          <a:solidFill>
            <a:srgbClr val="000810"/>
          </a:solidFill>
          <a:ln>
            <a:solidFill>
              <a:srgbClr val="59DDFF"/>
            </a:solidFill>
          </a:ln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FFFFF"/>
                </a:solidFill>
                <a:latin typeface="Aptos"/>
              </a:defRPr>
            </a:pPr>
            <a:r>
              <a:t>Copy these during demo:</a:t>
            </a:r>
          </a:p>
          <a:p>
            <a:pPr>
              <a:defRPr b="0" sz="1800">
                <a:solidFill>
                  <a:srgbClr val="A0F2FF"/>
                </a:solidFill>
                <a:latin typeface="Courier New"/>
              </a:defRPr>
            </a:pPr>
            <a:r>
              <a:t>echo "This is confidential CRP data from Tanishk, Aastha and Aditi." &gt; secret_message.txt</a:t>
            </a:r>
          </a:p>
          <a:p>
            <a:pPr>
              <a:defRPr b="0" sz="1800">
                <a:solidFill>
                  <a:srgbClr val="A0F2FF"/>
                </a:solidFill>
                <a:latin typeface="Courier New"/>
              </a:defRPr>
            </a:pPr>
            <a:r>
              <a:t>nc -lvnp 4444 &gt; received_plain.txt</a:t>
            </a:r>
          </a:p>
          <a:p>
            <a:pPr>
              <a:defRPr b="0" sz="1800">
                <a:solidFill>
                  <a:srgbClr val="A0F2FF"/>
                </a:solidFill>
                <a:latin typeface="Courier New"/>
              </a:defRPr>
            </a:pPr>
            <a:r>
              <a:t>nc 127.0.0.1 4444 &lt; secret_message.txt</a:t>
            </a:r>
          </a:p>
          <a:p>
            <a:pPr>
              <a:defRPr b="0" sz="1800">
                <a:solidFill>
                  <a:srgbClr val="A0F2FF"/>
                </a:solidFill>
                <a:latin typeface="Courier New"/>
              </a:defRPr>
            </a:pPr>
            <a:r>
              <a:t>openssl req -x509 -newkey rsa:2048 -nodes -keyout server.key -out server.crt -days 1 -subj "/CN=NetcatAAT"</a:t>
            </a:r>
          </a:p>
          <a:p>
            <a:pPr>
              <a:defRPr b="0" sz="1800">
                <a:solidFill>
                  <a:srgbClr val="A0F2FF"/>
                </a:solidFill>
                <a:latin typeface="Courier New"/>
              </a:defRPr>
            </a:pPr>
            <a:r>
              <a:t>ncat --ssl --ssl-cert server.crt --ssl-key server.key -lvnp 4445 &gt; received_secure.txt</a:t>
            </a:r>
          </a:p>
          <a:p>
            <a:pPr>
              <a:defRPr b="0" sz="1800">
                <a:solidFill>
                  <a:srgbClr val="A0F2FF"/>
                </a:solidFill>
                <a:latin typeface="Courier New"/>
              </a:defRPr>
            </a:pPr>
            <a:r>
              <a:t>ncat --ssl 127.0.0.1 4445 &lt; secret_message.txt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