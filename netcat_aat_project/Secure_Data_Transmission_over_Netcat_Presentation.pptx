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say the project compares unsafe plaintext transfer with encrypted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that the project follows the assignment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problem in simple language: readable packets are unsafe.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Tanishk can explain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Aastha can explain confidentiality and encryption.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that Ncat is used because classical Netcat has no encryption.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complete practical demonstration in one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unsafe channel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Aditi can explain that this is the attack/demo of cryptanalysis.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secure channel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that delivery works but the attacker cannot read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for marks because it clearly shows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demo to real-world cybersecurity.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limitations; this improves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confidently with the key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helps the team divide the presentation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400"/>
            </a:pPr>
            <a:r>
              <a:t>Secure Data Transmission over Netcat: Demonstrating Confidentiality through Plaintext vs Encrypted Channels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Practical Exploration of Cryptography / Security Tools</a:t>
            </a:r>
          </a:p>
          <a:p>
            <a:r>
              <a:t>Selected Tool: Netcat / Ncat</a:t>
            </a:r>
          </a:p>
          <a:p>
            <a:r>
              <a:t>Team: Tanishk, Aastha, Aditi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AAT Requirement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Tool introduction: Netcat / Ncat</a:t>
            </a:r>
          </a:p>
          <a:p>
            <a:pPr>
              <a:defRPr sz="2200"/>
            </a:pPr>
            <a:r>
              <a:t>Setup: Netcat, Ncat, Wireshark, OpenSSL</a:t>
            </a:r>
          </a:p>
          <a:p>
            <a:pPr>
              <a:defRPr sz="2200"/>
            </a:pPr>
            <a:r>
              <a:t>Practical demo: send same file in two ways</a:t>
            </a:r>
          </a:p>
          <a:p>
            <a:pPr>
              <a:defRPr sz="2200"/>
            </a:pPr>
            <a:r>
              <a:t>Cryptanalysis: capture traffic using Wireshark</a:t>
            </a:r>
          </a:p>
          <a:p>
            <a:pPr>
              <a:defRPr sz="2200"/>
            </a:pPr>
            <a:r>
              <a:t>Relevance: confidentiality in network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Data sent over a network can be captured by attackers.</a:t>
            </a:r>
          </a:p>
          <a:p>
            <a:pPr>
              <a:defRPr sz="2200"/>
            </a:pPr>
            <a:r>
              <a:t>If the channel is plaintext, the message is readable.</a:t>
            </a:r>
          </a:p>
          <a:p>
            <a:pPr>
              <a:defRPr sz="2200"/>
            </a:pPr>
            <a:r>
              <a:t>Confidential data must be protected using encryption.</a:t>
            </a:r>
          </a:p>
          <a:p>
            <a:pPr>
              <a:defRPr sz="2200"/>
            </a:pPr>
            <a:r>
              <a:t>Our project proves this with a simple Netcat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What is Netcat?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Netcat is a command-line networking tool.</a:t>
            </a:r>
          </a:p>
          <a:p>
            <a:pPr>
              <a:defRPr sz="2200"/>
            </a:pPr>
            <a:r>
              <a:t>It can send and receive data over TCP/UDP.</a:t>
            </a:r>
          </a:p>
          <a:p>
            <a:pPr>
              <a:defRPr sz="2200"/>
            </a:pPr>
            <a:r>
              <a:t>It is useful for testing, file transfer, and debugging.</a:t>
            </a:r>
          </a:p>
          <a:p>
            <a:pPr>
              <a:defRPr sz="2200"/>
            </a:pPr>
            <a:r>
              <a:t>Traditional Netcat does not encrypt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Key Security Concept: Confidentiality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Confidentiality means only authorized users can read the data.</a:t>
            </a:r>
          </a:p>
          <a:p>
            <a:pPr>
              <a:defRPr sz="2200"/>
            </a:pPr>
            <a:r>
              <a:t>Plaintext = readable data.</a:t>
            </a:r>
          </a:p>
          <a:p>
            <a:pPr>
              <a:defRPr sz="2200"/>
            </a:pPr>
            <a:r>
              <a:t>Ciphertext = encrypted, unreadable data.</a:t>
            </a:r>
          </a:p>
          <a:p>
            <a:pPr>
              <a:defRPr sz="2200"/>
            </a:pPr>
            <a:r>
              <a:t>Encryption converts plaintext into ciphertext.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Tools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Netcat (nc): plaintext sender/receiver channel</a:t>
            </a:r>
          </a:p>
          <a:p>
            <a:pPr>
              <a:defRPr sz="2200"/>
            </a:pPr>
            <a:r>
              <a:t>Ncat SSL: encrypted Netcat-compatible channel</a:t>
            </a:r>
          </a:p>
          <a:p>
            <a:pPr>
              <a:defRPr sz="2200"/>
            </a:pPr>
            <a:r>
              <a:t>Wireshark: packet capture and traffic inspection</a:t>
            </a:r>
          </a:p>
          <a:p>
            <a:pPr>
              <a:defRPr sz="2200"/>
            </a:pPr>
            <a:r>
              <a:t>OpenSSL: creates a temporary certificate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Mini Project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Step 1: Create a secret message file.</a:t>
            </a:r>
          </a:p>
          <a:p>
            <a:pPr>
              <a:defRPr sz="2200"/>
            </a:pPr>
            <a:r>
              <a:t>Step 2: Send it using normal Netcat on port 4444.</a:t>
            </a:r>
          </a:p>
          <a:p>
            <a:pPr>
              <a:defRPr sz="2200"/>
            </a:pPr>
            <a:r>
              <a:t>Step 3: Capture and read the message in Wireshark.</a:t>
            </a:r>
          </a:p>
          <a:p>
            <a:pPr>
              <a:defRPr sz="2200"/>
            </a:pPr>
            <a:r>
              <a:t>Step 4: Send same file using Ncat SSL on port 4445.</a:t>
            </a:r>
          </a:p>
          <a:p>
            <a:pPr>
              <a:defRPr sz="2200"/>
            </a:pPr>
            <a:r>
              <a:t>Step 5: Capture again and compare readability.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Experiment 1: Plaintext Netcat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Receiver: nc -lvnp 4444 &gt; received_plain.txt</a:t>
            </a:r>
          </a:p>
          <a:p>
            <a:pPr>
              <a:defRPr sz="2200"/>
            </a:pPr>
            <a:r>
              <a:t>Sender: nc 127.0.0.1 4444 &lt; secret_message.txt</a:t>
            </a:r>
          </a:p>
          <a:p>
            <a:pPr>
              <a:defRPr sz="2200"/>
            </a:pPr>
            <a:r>
              <a:t>Wireshark filter: tcp.port == 4444</a:t>
            </a:r>
          </a:p>
          <a:p>
            <a:pPr>
              <a:defRPr sz="2200"/>
            </a:pPr>
            <a:r>
              <a:t>Observation: message is visible in Follow TCP Stream.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Cryptanalysis: Packet Sniffing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Attacker opens Wireshark and captures packets.</a:t>
            </a:r>
          </a:p>
          <a:p>
            <a:pPr>
              <a:defRPr sz="2200"/>
            </a:pPr>
            <a:r>
              <a:t>Attacker follows the TCP stream.</a:t>
            </a:r>
          </a:p>
          <a:p>
            <a:pPr>
              <a:defRPr sz="2200"/>
            </a:pPr>
            <a:r>
              <a:t>In plaintext mode, the secret message appears directly.</a:t>
            </a:r>
          </a:p>
          <a:p>
            <a:pPr>
              <a:defRPr sz="2200"/>
            </a:pPr>
            <a:r>
              <a:t>No decryption skill is needed because there is no encryption.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Experiment 2: Encrypted Ncat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Generate certificate using OpenSSL.</a:t>
            </a:r>
          </a:p>
          <a:p>
            <a:pPr>
              <a:defRPr sz="2200"/>
            </a:pPr>
            <a:r>
              <a:t>Receiver: ncat --ssl --ssl-cert server.crt --ssl-key server.key -lvnp 4445</a:t>
            </a:r>
          </a:p>
          <a:p>
            <a:pPr>
              <a:defRPr sz="2200"/>
            </a:pPr>
            <a:r>
              <a:t>Sender: ncat --ssl 127.0.0.1 4445 &lt; secret_message.txt</a:t>
            </a:r>
          </a:p>
          <a:p>
            <a:pPr>
              <a:defRPr sz="2200"/>
            </a:pPr>
            <a:r>
              <a:t>Wireshark filter: tcp.port == 4445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Encrypted Channel Observation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Receiver still gets the correct message.</a:t>
            </a:r>
          </a:p>
          <a:p>
            <a:pPr>
              <a:defRPr sz="2200"/>
            </a:pPr>
            <a:r>
              <a:t>Wireshark does not show the readable message.</a:t>
            </a:r>
          </a:p>
          <a:p>
            <a:pPr>
              <a:defRPr sz="2200"/>
            </a:pPr>
            <a:r>
              <a:t>Captured traffic appears as encrypted TLS/SSL data.</a:t>
            </a:r>
          </a:p>
          <a:p>
            <a:pPr>
              <a:defRPr sz="2200"/>
            </a:pPr>
            <a:r>
              <a:t>Confidentiality is protected.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Plaintext vs Encrypted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258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Plaintext Netcat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Encrypted Ncat SSL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4444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4445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Readable in Wireshark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Not 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Protected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Attacker can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Use for sensitive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Safer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Applications /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HTTPS protects website communication.</a:t>
            </a:r>
          </a:p>
          <a:p>
            <a:pPr>
              <a:defRPr sz="2200"/>
            </a:pPr>
            <a:r>
              <a:t>SSH protects remote login.</a:t>
            </a:r>
          </a:p>
          <a:p>
            <a:pPr>
              <a:defRPr sz="2200"/>
            </a:pPr>
            <a:r>
              <a:t>VPNs protect traffic on unsafe networks.</a:t>
            </a:r>
          </a:p>
          <a:p>
            <a:pPr>
              <a:defRPr sz="2200"/>
            </a:pPr>
            <a:r>
              <a:t>Secure file transfer protects files in transit.</a:t>
            </a:r>
          </a:p>
          <a:p>
            <a:pPr>
              <a:defRPr sz="2200"/>
            </a:pPr>
            <a:r>
              <a:t>Encrypted messaging protects private chats.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Traditional Netcat does not encrypt by default.</a:t>
            </a:r>
          </a:p>
          <a:p>
            <a:pPr>
              <a:defRPr sz="2200"/>
            </a:pPr>
            <a:r>
              <a:t>Ncat SSL is mainly used here for learning/demo.</a:t>
            </a:r>
          </a:p>
          <a:p>
            <a:pPr>
              <a:defRPr sz="2200"/>
            </a:pPr>
            <a:r>
              <a:t>Self-signed certificates are okay for lab demo only.</a:t>
            </a:r>
          </a:p>
          <a:p>
            <a:pPr>
              <a:defRPr sz="2200"/>
            </a:pPr>
            <a:r>
              <a:t>Production systems should use SSH, SCP, HTTPS, or VPN.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Normal Netcat sends plaintext data.</a:t>
            </a:r>
          </a:p>
          <a:p>
            <a:pPr>
              <a:defRPr sz="2200"/>
            </a:pPr>
            <a:r>
              <a:t>Plaintext data is readable in Wireshark.</a:t>
            </a:r>
          </a:p>
          <a:p>
            <a:pPr>
              <a:defRPr sz="2200"/>
            </a:pPr>
            <a:r>
              <a:t>Ncat SSL encrypts the data channel.</a:t>
            </a:r>
          </a:p>
          <a:p>
            <a:pPr>
              <a:defRPr sz="2200"/>
            </a:pPr>
            <a:r>
              <a:t>Encrypted traffic protects confidentiality.</a:t>
            </a:r>
          </a:p>
          <a:p>
            <a:pPr>
              <a:defRPr sz="2200"/>
            </a:pPr>
            <a:r>
              <a:t>Therefore, encryption is necessary for secure transmission.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000">
                <a:solidFill>
                  <a:srgbClr val="1F4E79"/>
                </a:solidFill>
              </a:defRPr>
            </a:pPr>
            <a:r>
              <a:t>Team Speaking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Tanishk: Netcat introduction and plaintext demo.</a:t>
            </a:r>
          </a:p>
          <a:p>
            <a:pPr>
              <a:defRPr sz="2200"/>
            </a:pPr>
            <a:r>
              <a:t>Aastha: Confidentiality and encrypted Ncat SSL demo.</a:t>
            </a:r>
          </a:p>
          <a:p>
            <a:pPr>
              <a:defRPr sz="2200"/>
            </a:pPr>
            <a:r>
              <a:t>Aditi: Wireshark observation, comparison, conclusion.</a:t>
            </a:r>
          </a:p>
          <a:p>
            <a:pPr>
              <a:defRPr sz="2200"/>
            </a:pPr>
            <a:r>
              <a:t>Everyone: Be ready for basic viva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